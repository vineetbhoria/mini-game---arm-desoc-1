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sldIdLst>
    <p:sldId id="278" r:id="rId5"/>
    <p:sldId id="279" r:id="rId6"/>
    <p:sldId id="284" r:id="rId7"/>
    <p:sldId id="280" r:id="rId8"/>
    <p:sldId id="281" r:id="rId9"/>
    <p:sldId id="282" r:id="rId10"/>
    <p:sldId id="283" r:id="rId11"/>
    <p:sldId id="285" r:id="rId12"/>
    <p:sldId id="287" r:id="rId13"/>
    <p:sldId id="28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5/9/2023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DODGE THE BLOCKS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/>
              <a:t>Vineet Kumar</a:t>
            </a:r>
          </a:p>
          <a:p>
            <a:pPr algn="l"/>
            <a:r>
              <a:rPr lang="en-US" dirty="0"/>
              <a:t>2101CS83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Functions Used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4624" y="1732449"/>
            <a:ext cx="6087375" cy="4058751"/>
          </a:xfrm>
        </p:spPr>
        <p:txBody>
          <a:bodyPr anchor="t">
            <a:normAutofit/>
          </a:bodyPr>
          <a:lstStyle/>
          <a:p>
            <a:pPr marL="36900" lvl="0" indent="0">
              <a:buNone/>
            </a:pPr>
            <a:r>
              <a:rPr lang="en-US" sz="2400" dirty="0" err="1"/>
              <a:t>draw_rectangle</a:t>
            </a:r>
            <a:r>
              <a:rPr lang="en-US" sz="2400" dirty="0"/>
              <a:t> // to make blocks</a:t>
            </a:r>
          </a:p>
          <a:p>
            <a:pPr marL="36900" lvl="0" indent="0">
              <a:buNone/>
            </a:pPr>
            <a:r>
              <a:rPr lang="en-US" sz="2400" dirty="0"/>
              <a:t>player // to draw players</a:t>
            </a:r>
          </a:p>
          <a:p>
            <a:pPr marL="36900" lvl="0" indent="0">
              <a:buNone/>
            </a:pPr>
            <a:r>
              <a:rPr lang="en-US" sz="2400" dirty="0" err="1"/>
              <a:t>move_player</a:t>
            </a:r>
            <a:r>
              <a:rPr lang="en-US" sz="2400" dirty="0"/>
              <a:t> // update player position</a:t>
            </a:r>
          </a:p>
          <a:p>
            <a:pPr marL="36900" lvl="0" indent="0">
              <a:buNone/>
            </a:pPr>
            <a:r>
              <a:rPr lang="en-US" sz="2400" dirty="0"/>
              <a:t>delay()  // to add delay in program</a:t>
            </a:r>
          </a:p>
          <a:p>
            <a:pPr marL="36900" indent="0">
              <a:buNone/>
            </a:pPr>
            <a:r>
              <a:rPr lang="en-US" sz="2400" dirty="0"/>
              <a:t>pushbuttons  // to control the player movement</a:t>
            </a: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BC841466-3AD6-3490-177A-A00B13C8DCE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76025" y="1230118"/>
            <a:ext cx="5706865" cy="439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F8B16-852F-5F78-A569-A68A5820C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Rectangles and Players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12888-6D81-F016-3DCF-02A90EC4F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Rectangles – are moving from half of the screen which are in </a:t>
            </a:r>
            <a:r>
              <a:rPr lang="en-IN" b="1" dirty="0">
                <a:solidFill>
                  <a:srgbClr val="0070C0"/>
                </a:solidFill>
              </a:rPr>
              <a:t>BLUE COLOR</a:t>
            </a:r>
          </a:p>
          <a:p>
            <a:r>
              <a:rPr lang="en-IN" dirty="0"/>
              <a:t>Players – is free to move around the screen which is in </a:t>
            </a:r>
            <a:r>
              <a:rPr lang="en-IN" b="1" dirty="0">
                <a:solidFill>
                  <a:srgbClr val="00B050"/>
                </a:solidFill>
              </a:rPr>
              <a:t>GREEN COLOR</a:t>
            </a:r>
          </a:p>
        </p:txBody>
      </p:sp>
    </p:spTree>
    <p:extLst>
      <p:ext uri="{BB962C8B-B14F-4D97-AF65-F5344CB8AC3E}">
        <p14:creationId xmlns:p14="http://schemas.microsoft.com/office/powerpoint/2010/main" val="3607828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08772-9E2F-BA82-23CC-E3D484A9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28601"/>
            <a:ext cx="10353762" cy="1257300"/>
          </a:xfrm>
        </p:spPr>
        <p:txBody>
          <a:bodyPr/>
          <a:lstStyle/>
          <a:p>
            <a:r>
              <a:rPr lang="en-IN" dirty="0"/>
              <a:t>Glimpses of Game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6D2D7E-D78D-4B34-61DA-69CEF0252C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80880" y="1555878"/>
            <a:ext cx="9019592" cy="507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38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456B98-A631-8238-5EF9-0DEE76DA7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73" y="745283"/>
            <a:ext cx="10867053" cy="6112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E40458-B447-54F4-A846-4891C49F69C4}"/>
              </a:ext>
            </a:extLst>
          </p:cNvPr>
          <p:cNvSpPr txBox="1"/>
          <p:nvPr/>
        </p:nvSpPr>
        <p:spPr>
          <a:xfrm>
            <a:off x="4609322" y="167951"/>
            <a:ext cx="3638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This is between the Game</a:t>
            </a:r>
          </a:p>
        </p:txBody>
      </p:sp>
    </p:spTree>
    <p:extLst>
      <p:ext uri="{BB962C8B-B14F-4D97-AF65-F5344CB8AC3E}">
        <p14:creationId xmlns:p14="http://schemas.microsoft.com/office/powerpoint/2010/main" val="4005304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D7F718-2D7E-2C0B-57BE-A4C117046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2" y="954894"/>
            <a:ext cx="10544175" cy="59310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D25B8C-A1ED-0E30-C436-A333169B7525}"/>
              </a:ext>
            </a:extLst>
          </p:cNvPr>
          <p:cNvSpPr txBox="1"/>
          <p:nvPr/>
        </p:nvSpPr>
        <p:spPr>
          <a:xfrm>
            <a:off x="3724275" y="266700"/>
            <a:ext cx="514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After Crossing the red line</a:t>
            </a:r>
          </a:p>
        </p:txBody>
      </p:sp>
    </p:spTree>
    <p:extLst>
      <p:ext uri="{BB962C8B-B14F-4D97-AF65-F5344CB8AC3E}">
        <p14:creationId xmlns:p14="http://schemas.microsoft.com/office/powerpoint/2010/main" val="744509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8B8335-50AE-5E31-6D67-AF310CC13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14" y="742367"/>
            <a:ext cx="10689771" cy="60129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BEBA07-ECEF-26AA-8A84-96828C2A284A}"/>
              </a:ext>
            </a:extLst>
          </p:cNvPr>
          <p:cNvSpPr txBox="1"/>
          <p:nvPr/>
        </p:nvSpPr>
        <p:spPr>
          <a:xfrm>
            <a:off x="4068147" y="167951"/>
            <a:ext cx="4040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When you hit the block</a:t>
            </a:r>
          </a:p>
        </p:txBody>
      </p:sp>
    </p:spTree>
    <p:extLst>
      <p:ext uri="{BB962C8B-B14F-4D97-AF65-F5344CB8AC3E}">
        <p14:creationId xmlns:p14="http://schemas.microsoft.com/office/powerpoint/2010/main" val="3870958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2DFD1-F52F-3B3D-B5D1-02DD1529B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The use of Button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0xff200050</a:t>
            </a:r>
            <a:b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IN" sz="5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4E696-B68F-9E76-128D-173C0C820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3763438"/>
            <a:ext cx="9590550" cy="2142839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Button 0 – is used to move the player 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Button 1 – is used to move the player down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Button 2 – is used to move the player left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Button 3 – is used to move the player right, also is used to restart the game after user has win or lose</a:t>
            </a:r>
          </a:p>
        </p:txBody>
      </p:sp>
    </p:spTree>
    <p:extLst>
      <p:ext uri="{BB962C8B-B14F-4D97-AF65-F5344CB8AC3E}">
        <p14:creationId xmlns:p14="http://schemas.microsoft.com/office/powerpoint/2010/main" val="3801270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86015-1D45-1F3D-191D-9E6DC0FF4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352145"/>
            <a:ext cx="9590550" cy="1828813"/>
          </a:xfrm>
        </p:spPr>
        <p:txBody>
          <a:bodyPr/>
          <a:lstStyle/>
          <a:p>
            <a:r>
              <a:rPr lang="en-IN" dirty="0"/>
              <a:t>Colouring and Writing on Pixel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80980-ABA8-27EE-052E-05EA08982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2425959"/>
            <a:ext cx="9590550" cy="4079896"/>
          </a:xfrm>
        </p:spPr>
        <p:txBody>
          <a:bodyPr>
            <a:normAutofit/>
          </a:bodyPr>
          <a:lstStyle/>
          <a:p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write_pixel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vga_addr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*)(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0xc8000000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+ (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*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vga_addr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write_char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VGA character buffer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character_buffer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*)(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0xc9000000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*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character_buffer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/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10886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75CD9-452E-6F34-1845-C9C732D74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10353762" cy="4316963"/>
          </a:xfrm>
        </p:spPr>
        <p:txBody>
          <a:bodyPr>
            <a:normAutofit/>
          </a:bodyPr>
          <a:lstStyle/>
          <a:p>
            <a:r>
              <a:rPr lang="en-IN" sz="13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92849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{37AC7482-9E9A-474A-AA60-8459D6E344D3}tf55705232_win32</Template>
  <TotalTime>36</TotalTime>
  <Words>259</Words>
  <Application>Microsoft Office PowerPoint</Application>
  <PresentationFormat>Widescreen</PresentationFormat>
  <Paragraphs>35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Consolas</vt:lpstr>
      <vt:lpstr>Goudy Old Style</vt:lpstr>
      <vt:lpstr>Wingdings 2</vt:lpstr>
      <vt:lpstr>SlateVTI</vt:lpstr>
      <vt:lpstr>DODGE THE BLOCKS</vt:lpstr>
      <vt:lpstr>Functions Used</vt:lpstr>
      <vt:lpstr>Rectangles and Players</vt:lpstr>
      <vt:lpstr>Glimpses of Game</vt:lpstr>
      <vt:lpstr>PowerPoint Presentation</vt:lpstr>
      <vt:lpstr>PowerPoint Presentation</vt:lpstr>
      <vt:lpstr>PowerPoint Presentation</vt:lpstr>
      <vt:lpstr>The use of Button 0xff200050 </vt:lpstr>
      <vt:lpstr>Colouring and Writing on Pixel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DODGE THE BLOCKS</dc:title>
  <dc:creator>Vineet Kumar</dc:creator>
  <cp:lastModifiedBy>Vineet Kumar</cp:lastModifiedBy>
  <cp:revision>3</cp:revision>
  <dcterms:created xsi:type="dcterms:W3CDTF">2023-04-27T17:29:07Z</dcterms:created>
  <dcterms:modified xsi:type="dcterms:W3CDTF">2023-05-09T17:05:12Z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